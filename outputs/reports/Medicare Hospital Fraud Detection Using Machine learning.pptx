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86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38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10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52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28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2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2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67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49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52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63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34DBF5C-FD99-49EE-9D49-6AB2E7339E94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177576D-5291-4195-98E8-BC1D673E47A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84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231A-F53C-B515-10E2-FB4FDFBB8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Medicare Hospital Fraud Detection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07D5A-95A0-B0B3-EE2E-862CBFE2EF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Presented By:             Guided By:        </a:t>
            </a:r>
          </a:p>
          <a:p>
            <a:r>
              <a:rPr lang="en-IN" dirty="0"/>
              <a:t>K. Prabhas             </a:t>
            </a:r>
            <a:r>
              <a:rPr lang="en-IN" dirty="0" err="1"/>
              <a:t>Mrs.V</a:t>
            </a:r>
            <a:r>
              <a:rPr lang="en-IN" dirty="0"/>
              <a:t>. </a:t>
            </a:r>
            <a:r>
              <a:rPr lang="en-IN" dirty="0" err="1"/>
              <a:t>Sravani</a:t>
            </a:r>
            <a:r>
              <a:rPr lang="en-IN" dirty="0"/>
              <a:t>                          </a:t>
            </a:r>
          </a:p>
          <a:p>
            <a:r>
              <a:rPr lang="en-IN" dirty="0" err="1"/>
              <a:t>N.Vighneshwar</a:t>
            </a:r>
            <a:endParaRPr lang="en-IN" dirty="0"/>
          </a:p>
          <a:p>
            <a:r>
              <a:rPr lang="en-IN" dirty="0" err="1"/>
              <a:t>K.Chaitanya</a:t>
            </a:r>
            <a:endParaRPr lang="en-IN" dirty="0"/>
          </a:p>
          <a:p>
            <a:r>
              <a:rPr lang="en-IN" dirty="0" err="1"/>
              <a:t>S.Sankeerth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B623D-9D20-511E-F804-5866C0DF1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900061"/>
            <a:ext cx="10543592" cy="173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8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AA9D-17B8-CBFF-86C0-DA0C88A2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FB012-6C0A-8299-9BC2-D789D483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EXISTING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PROPOSED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9066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DA2F-3D2F-9522-571F-5CE921260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57ED-74DA-D2E1-413F-BCF8181CD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Medicare is a United States (U.S.) healthcare program established and funded by the Federal Government.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It </a:t>
            </a: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provides affordable health insurance to individuals 65 years and older, and other select individuals with permanent disabilities.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Medicare is losing between $21 and $71 billion per year to FWA.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Examples of fraud include billing for appointments that the patient did not keep, billing for services more complex than those performed, or billing for services not provided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80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148C-A63E-2FA6-6834-C003E649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A39C-A445-6B69-7E35-78C16EB47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49424"/>
            <a:ext cx="9720073" cy="40233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333333"/>
                </a:solidFill>
                <a:latin typeface="Georgia" panose="02040502050405020303" pitchFamily="18" charset="0"/>
              </a:rPr>
              <a:t>W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e use the Medicare fraud detection task to compare six deep learning methods designed to address the class imbalance problem. Data-level techniques used in this study include random over-sampling (ROS), random under-sampling (RUS), and a hybrid ROS–RUS.</a:t>
            </a:r>
          </a:p>
        </p:txBody>
      </p:sp>
    </p:spTree>
    <p:extLst>
      <p:ext uri="{BB962C8B-B14F-4D97-AF65-F5344CB8AC3E}">
        <p14:creationId xmlns:p14="http://schemas.microsoft.com/office/powerpoint/2010/main" val="1443764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0363-5C11-866C-CD19-CCEF7E92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04E6-6732-357A-99E1-08FF941E4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One way to improve the cost, efficiency, and quality of Medicare services is to reduce the amount of FWA.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Manually auditing and investigating all Medicare claims data for fraud is very tedious and inefficient when compared to machine learning and data mining approaches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093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C7FD-D55B-B0DD-6739-46D77B4F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2EC8F-09B7-039F-036F-7F4C69764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Data-level techniques used in this study include random over-sampling (ROS), random under-sampling (RUS), and a hybrid ROS–RUS.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This explosion in healthcare-related data encourages the use of data mining and machine learning for detecting patterns and making predictions</a:t>
            </a:r>
            <a:r>
              <a:rPr lang="en-US" sz="2400" dirty="0">
                <a:solidFill>
                  <a:srgbClr val="333333"/>
                </a:solidFill>
                <a:latin typeface="Georgia" panose="02040502050405020303" pitchFamily="18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32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B3D0C-0F36-2610-BDE5-1B08409C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014F3-E3D7-3E77-BBB2-AE4FF0989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The Conclusion of this Project is the usage of Machine Learning in the Medicare effectively and efficiently.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By using the above discussed Proposed system we can Detect the Frauds happening in the Medicare </a:t>
            </a:r>
            <a:r>
              <a:rPr lang="en-IN"/>
              <a:t>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3473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56</TotalTime>
  <Words>305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Georgia</vt:lpstr>
      <vt:lpstr>Tw Cen MT</vt:lpstr>
      <vt:lpstr>Tw Cen MT Condensed</vt:lpstr>
      <vt:lpstr>Wingdings</vt:lpstr>
      <vt:lpstr>Wingdings 3</vt:lpstr>
      <vt:lpstr>Integral</vt:lpstr>
      <vt:lpstr>Medicare Hospital Fraud Detection Using Machine learning</vt:lpstr>
      <vt:lpstr>COntents</vt:lpstr>
      <vt:lpstr>INTRODUCTION</vt:lpstr>
      <vt:lpstr>Problem statement</vt:lpstr>
      <vt:lpstr>Existing system</vt:lpstr>
      <vt:lpstr>Proposed system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Hospital Fraud Detection Using Machine learning</dc:title>
  <dc:creator>sankeerth.s1710@outlook.com</dc:creator>
  <cp:lastModifiedBy>sankeerth.s1710@outlook.com</cp:lastModifiedBy>
  <cp:revision>3</cp:revision>
  <dcterms:created xsi:type="dcterms:W3CDTF">2023-03-16T04:39:34Z</dcterms:created>
  <dcterms:modified xsi:type="dcterms:W3CDTF">2023-03-16T05:56:07Z</dcterms:modified>
</cp:coreProperties>
</file>